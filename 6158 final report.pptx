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notesMasterIdLst>
    <p:notesMasterId r:id="rId7"/>
  </p:notesMasterIdLst>
  <p:sldIdLst>
    <p:sldId id="256" r:id="rId4"/>
    <p:sldId id="258" r:id="rId5"/>
    <p:sldId id="265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54"/>
    <p:restoredTop sz="96327"/>
  </p:normalViewPr>
  <p:slideViewPr>
    <p:cSldViewPr showGuides="1">
      <p:cViewPr varScale="1">
        <p:scale>
          <a:sx n="162" d="100"/>
          <a:sy n="162" d="100"/>
        </p:scale>
        <p:origin x="336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0C50C-F46C-8A4B-8A41-6A6FBB958D9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D443-CBAC-934A-8506-FB4DF260D8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8"/>
          <p:cNvSpPr>
            <a:spLocks noGrp="1"/>
          </p:cNvSpPr>
          <p:nvPr>
            <p:ph type="title" hasCustomPrompt="1"/>
          </p:nvPr>
        </p:nvSpPr>
        <p:spPr>
          <a:xfrm>
            <a:off x="304272" y="2561844"/>
            <a:ext cx="4777596" cy="829533"/>
          </a:xfrm>
          <a:noFill/>
        </p:spPr>
        <p:txBody>
          <a:bodyPr lIns="182880" tIns="182880" rIns="182880" anchor="t">
            <a:normAutofit/>
          </a:bodyPr>
          <a:lstStyle>
            <a:lvl1pPr algn="l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117" y="590550"/>
            <a:ext cx="994225" cy="9996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486150"/>
            <a:ext cx="4776788" cy="762000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985433"/>
            <a:ext cx="9144000" cy="1491725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0" name="Picture 9" descr="cu screen b31b1b.psd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74"/>
          <a:stretch>
            <a:fillRect/>
          </a:stretch>
        </p:blipFill>
        <p:spPr>
          <a:xfrm>
            <a:off x="182033" y="402168"/>
            <a:ext cx="1113367" cy="101980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276350"/>
            <a:ext cx="9144000" cy="685800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0" indent="0" algn="ctr" defTabSz="914400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2pPr>
            <a:lvl3pPr marL="0" indent="0" algn="ctr" defTabSz="914400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3pPr>
            <a:lvl4pPr marL="0" indent="0" algn="ctr" defTabSz="914400" rtl="0" eaLnBrk="1" latinLnBrk="0" hangingPunct="1">
              <a:spcBef>
                <a:spcPct val="0"/>
              </a:spcBef>
              <a:buNone/>
              <a:defRPr lang="en-US" sz="32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4pPr>
            <a:lvl5pPr marL="0" indent="0" algn="ctr" defTabSz="9144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3" y="1428750"/>
            <a:ext cx="8678863" cy="2884887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285750" y="800100"/>
            <a:ext cx="8677656" cy="514350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cu white lrg.psd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>
            <a:fillRect/>
          </a:stretch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38726" y="3567547"/>
            <a:ext cx="825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solidFill>
                  <a:schemeClr val="bg1"/>
                </a:solidFill>
                <a:latin typeface="Helvetica"/>
                <a:cs typeface="Helvetica"/>
              </a:rPr>
              <a:t>Photos, illustrations, graphics here.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87899" y="461820"/>
            <a:ext cx="8534400" cy="64633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9405" y="1200150"/>
            <a:ext cx="8534400" cy="1600200"/>
          </a:xfrm>
        </p:spPr>
        <p:txBody>
          <a:bodyPr numCol="2"/>
          <a:lstStyle/>
          <a:p>
            <a:pPr lvl="0"/>
            <a:r>
              <a:rPr lang="en-US" dirty="0"/>
              <a:t>Click to edit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u white lrg.psd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>
            <a:fillRect/>
          </a:stretch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87338" y="2876550"/>
            <a:ext cx="8535987" cy="1752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38726" y="3567547"/>
            <a:ext cx="825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solidFill>
                  <a:schemeClr val="bg1"/>
                </a:solidFill>
                <a:latin typeface="Helvetica"/>
                <a:cs typeface="Helvetica"/>
              </a:rPr>
              <a:t>Photos, illustrations, graphics here.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800605" y="1085850"/>
            <a:ext cx="4050507" cy="3657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87899" y="461818"/>
            <a:ext cx="6554707" cy="45258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9410" y="1085850"/>
            <a:ext cx="4358795" cy="3657600"/>
          </a:xfrm>
        </p:spPr>
        <p:txBody>
          <a:bodyPr numCol="1"/>
          <a:lstStyle/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u white lrg.psd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>
            <a:fillRect/>
          </a:stretch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69785"/>
            <a:ext cx="7467600" cy="40395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 hasCustomPrompt="1"/>
          </p:nvPr>
        </p:nvSpPr>
        <p:spPr>
          <a:xfrm>
            <a:off x="838200" y="1123950"/>
            <a:ext cx="7467600" cy="34480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Graphic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cu white lrg.psd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3" r="-704"/>
          <a:stretch>
            <a:fillRect/>
          </a:stretch>
        </p:blipFill>
        <p:spPr>
          <a:xfrm>
            <a:off x="4103639" y="-95250"/>
            <a:ext cx="929024" cy="354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46286" y="2197058"/>
            <a:ext cx="2498725" cy="679492"/>
          </a:xfrm>
          <a:noFill/>
        </p:spPr>
        <p:txBody>
          <a:bodyPr lIns="182880" tIns="91440" rIns="182880"/>
          <a:lstStyle>
            <a:lvl1pPr marL="0" indent="0">
              <a:buNone/>
              <a:defRPr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9627" y="590550"/>
            <a:ext cx="1019218" cy="102472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1666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601E4-3F87-485E-BCF1-0932C51EED9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5554C-9387-4378-80C2-5F7076CAC95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809750"/>
            <a:ext cx="8732520" cy="1633855"/>
          </a:xfrm>
        </p:spPr>
        <p:txBody>
          <a:bodyPr/>
          <a:lstStyle/>
          <a:p>
            <a:r>
              <a:rPr lang="en-US" altLang="zh-CN" sz="2400" dirty="0"/>
              <a:t>Final report for CS6158</a:t>
            </a:r>
            <a:br>
              <a:rPr lang="en-US" altLang="zh-CN" sz="2400" dirty="0"/>
            </a:br>
            <a:endParaRPr lang="en-US" altLang="zh-CN" sz="24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04800" y="3409950"/>
            <a:ext cx="8154670" cy="680720"/>
          </a:xfrm>
        </p:spPr>
        <p:txBody>
          <a:bodyPr/>
          <a:lstStyle/>
          <a:p>
            <a: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</a:rPr>
              <a:t>Han Li(hl2595), </a:t>
            </a:r>
            <a:r>
              <a:rPr lang="en-US" altLang="zh-CN" sz="1200" dirty="0" err="1">
                <a:latin typeface="Arial" panose="020B0604020202090204" pitchFamily="34" charset="0"/>
                <a:cs typeface="Arial" panose="020B0604020202090204" pitchFamily="34" charset="0"/>
              </a:rPr>
              <a:t>Beichen</a:t>
            </a:r>
            <a: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</a:rPr>
              <a:t> Yu(by325)</a:t>
            </a:r>
          </a:p>
          <a:p>
            <a: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</a:rPr>
              <a:t>Date: November 25</a:t>
            </a:r>
            <a:r>
              <a:rPr lang="en-US" altLang="zh-CN" sz="12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, 2025</a:t>
            </a:r>
            <a:endParaRPr lang="en-US" altLang="zh-CN" sz="1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107" y="514604"/>
            <a:ext cx="4777596" cy="829533"/>
          </a:xfrm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6707" y="2114804"/>
            <a:ext cx="4777596" cy="82953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Thank You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B31B1B"/>
      </a:accent1>
      <a:accent2>
        <a:srgbClr val="4D4F53"/>
      </a:accent2>
      <a:accent3>
        <a:srgbClr val="A2998B"/>
      </a:accent3>
      <a:accent4>
        <a:srgbClr val="EF9595"/>
      </a:accent4>
      <a:accent5>
        <a:srgbClr val="7D7364"/>
      </a:accent5>
      <a:accent6>
        <a:srgbClr val="A8B1C4"/>
      </a:accent6>
      <a:hlink>
        <a:srgbClr val="3B4558"/>
      </a:hlink>
      <a:folHlink>
        <a:srgbClr val="596784"/>
      </a:folHlink>
    </a:clrScheme>
    <a:fontScheme name="Custom 2">
      <a:majorFont>
        <a:latin typeface="Helvetica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Scope="" ma:contentTypeName="Document" ma:contentTypeID="0x010100E4E48E5D017E1E4BAC6C235E437E8B81" ct:_="" ma:_="" ma:versionID="3614ce1bb16ec63bf293f189bde7aefe" ma:contentTypeVersion="1" ma:contentTypeDescription="Create a new document.">
  <xsd:schema xmlns:p="http://schemas.microsoft.com/office/2006/metadata/properties" xmlns:ns3="e4c1ce05-e5f0-4c81-a246-c4d1ac965303" xmlns:xsd="http://www.w3.org/2001/XMLSchema" xmlns:xs="http://www.w3.org/2001/XMLSchema" ma:fieldsID="4f49565d3251dd9cea50611ca027943f" ma:root="true" targetNamespace="http://schemas.microsoft.com/office/2006/metadata/properties" ns3:_="">
    <xsd:import namespace="e4c1ce05-e5f0-4c81-a246-c4d1ac965303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e4c1ce05-e5f0-4c81-a246-c4d1ac965303">
    <xsd:import namespace="http://schemas.microsoft.com/office/2006/documentManagement/types"/>
    <xsd:import namespace="http://schemas.microsoft.com/office/infopath/2007/PartnerControls"/>
    <xsd:element ma:index="8" ma:readOnly="true" ma:internalName="SharedWithUsers" name="SharedWithUsers" ma:displayName="Shared With" nillable="true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type="xsd:string" name="DisplayName" minOccurs="0"/>
                    <xsd:element type="dms:UserId" name="AccountId" minOccurs="0" nillable="true"/>
                    <xsd:element type="xsd:string" name="AccountType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dc="http://purl.org/dc/elements/1.1/" xmlns:odoc="http://schemas.microsoft.com/internal/obd" xmlns:xsd="http://www.w3.org/2001/XMLSchema" xmlns:dcterms="http://purl.org/dc/terms/" xmlns:xsi="http://www.w3.org/2001/XMLSchema-instance" blockDefault="#all" elementFormDefault="qualified" attributeFormDefault="unqualified" targetNamespace="http://schemas.openxmlformats.org/package/2006/metadata/core-properties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type="xsd:string" ma:index="0" name="contentType" ma:displayName="Content Type" maxOccurs="1" minOccurs="0"/>
        <xsd:element ma:index="4" ma:displayName="Title" ref="dc:title" maxOccurs="1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Props1.xml><?xml version="1.0" encoding="utf-8"?>
<ds:datastoreItem xmlns:ds="http://schemas.openxmlformats.org/officeDocument/2006/customXml" ds:itemID="{DC769373-594B-497F-B29F-9AD96F02CA37}">
  <ds:schemaRefs/>
</ds:datastoreItem>
</file>

<file path=customXml/itemProps2.xml><?xml version="1.0" encoding="utf-8"?>
<ds:datastoreItem xmlns:ds="http://schemas.openxmlformats.org/officeDocument/2006/customXml" ds:itemID="{14111076-6C93-404C-A722-C485E711B1E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</TotalTime>
  <Words>24</Words>
  <Application>Microsoft Office PowerPoint</Application>
  <PresentationFormat>全屏显示(16:9)</PresentationFormat>
  <Paragraphs>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Helvetica</vt:lpstr>
      <vt:lpstr>Times</vt:lpstr>
      <vt:lpstr>Office Theme</vt:lpstr>
      <vt:lpstr>Final report for CS6158 </vt:lpstr>
      <vt:lpstr>PowerPoint 演示文稿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Clive D. Howard</dc:creator>
  <cp:lastModifiedBy>cree gon</cp:lastModifiedBy>
  <cp:revision>29</cp:revision>
  <dcterms:created xsi:type="dcterms:W3CDTF">2025-11-13T19:41:57Z</dcterms:created>
  <dcterms:modified xsi:type="dcterms:W3CDTF">2025-11-26T05:38:28Z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0x010100E4E48E5D017E1E4BAC6C235E437E8B81</vt:lpwstr>
  </property>
  <property fmtid="{D5CDD505-2E9C-101B-9397-08002B2CF9AE}" pid="3" name="ICV">
    <vt:lpwstr>295D4431E4D73CC11D34166969873A33_42</vt:lpwstr>
  </property>
  <property fmtid="{D5CDD505-2E9C-101B-9397-08002B2CF9AE}" pid="4" name="KSOProductBuildVer">
    <vt:lpwstr>2052-12.1.22553.22553</vt:lpwstr>
  </property>
</Properties>
</file>